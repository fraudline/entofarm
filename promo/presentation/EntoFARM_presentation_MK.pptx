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swald" charset="1" panose="00000500000000000000"/>
      <p:regular r:id="rId13"/>
    </p:embeddedFont>
    <p:embeddedFont>
      <p:font typeface="Open Sauce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Poppins Bold" charset="1" panose="000008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jpe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7.png"/><Relationship Id="rId16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2.png"/><Relationship Id="rId5" Type="http://schemas.openxmlformats.org/officeDocument/2006/relationships/image" Target="../media/image23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svg"/><Relationship Id="rId10" Type="http://schemas.openxmlformats.org/officeDocument/2006/relationships/image" Target="../media/image34.png"/><Relationship Id="rId11" Type="http://schemas.openxmlformats.org/officeDocument/2006/relationships/image" Target="../media/image35.svg"/><Relationship Id="rId12" Type="http://schemas.openxmlformats.org/officeDocument/2006/relationships/image" Target="../media/image36.png"/><Relationship Id="rId13" Type="http://schemas.openxmlformats.org/officeDocument/2006/relationships/image" Target="../media/image3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38.png"/><Relationship Id="rId5" Type="http://schemas.openxmlformats.org/officeDocument/2006/relationships/image" Target="../media/image39.svg"/><Relationship Id="rId6" Type="http://schemas.openxmlformats.org/officeDocument/2006/relationships/image" Target="../media/image40.png"/><Relationship Id="rId7" Type="http://schemas.openxmlformats.org/officeDocument/2006/relationships/image" Target="../media/image41.svg"/><Relationship Id="rId8" Type="http://schemas.openxmlformats.org/officeDocument/2006/relationships/image" Target="../media/image42.png"/><Relationship Id="rId9" Type="http://schemas.openxmlformats.org/officeDocument/2006/relationships/image" Target="../media/image43.svg"/><Relationship Id="rId10" Type="http://schemas.openxmlformats.org/officeDocument/2006/relationships/image" Target="../media/image44.png"/><Relationship Id="rId11" Type="http://schemas.openxmlformats.org/officeDocument/2006/relationships/image" Target="../media/image4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eg"/><Relationship Id="rId3" Type="http://schemas.openxmlformats.org/officeDocument/2006/relationships/image" Target="../media/image47.png"/><Relationship Id="rId4" Type="http://schemas.openxmlformats.org/officeDocument/2006/relationships/image" Target="../media/image48.svg"/><Relationship Id="rId5" Type="http://schemas.openxmlformats.org/officeDocument/2006/relationships/image" Target="../media/image4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5452695"/>
            <a:ext cx="6217879" cy="1011400"/>
            <a:chOff x="0" y="0"/>
            <a:chExt cx="1637631" cy="266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631" cy="266377"/>
            </a:xfrm>
            <a:custGeom>
              <a:avLst/>
              <a:gdLst/>
              <a:ahLst/>
              <a:cxnLst/>
              <a:rect r="r" b="b" t="t" l="l"/>
              <a:pathLst>
                <a:path h="266377" w="1637631">
                  <a:moveTo>
                    <a:pt x="63500" y="0"/>
                  </a:moveTo>
                  <a:lnTo>
                    <a:pt x="1574130" y="0"/>
                  </a:lnTo>
                  <a:cubicBezTo>
                    <a:pt x="1609201" y="0"/>
                    <a:pt x="1637631" y="28430"/>
                    <a:pt x="1637631" y="63500"/>
                  </a:cubicBezTo>
                  <a:lnTo>
                    <a:pt x="1637631" y="202876"/>
                  </a:lnTo>
                  <a:cubicBezTo>
                    <a:pt x="1637631" y="219718"/>
                    <a:pt x="1630940" y="235869"/>
                    <a:pt x="1619032" y="247778"/>
                  </a:cubicBezTo>
                  <a:cubicBezTo>
                    <a:pt x="1607123" y="259687"/>
                    <a:pt x="1590972" y="266377"/>
                    <a:pt x="1574130" y="266377"/>
                  </a:cubicBezTo>
                  <a:lnTo>
                    <a:pt x="63500" y="266377"/>
                  </a:lnTo>
                  <a:cubicBezTo>
                    <a:pt x="46659" y="266377"/>
                    <a:pt x="30507" y="259687"/>
                    <a:pt x="18599" y="247778"/>
                  </a:cubicBezTo>
                  <a:cubicBezTo>
                    <a:pt x="6690" y="235869"/>
                    <a:pt x="0" y="219718"/>
                    <a:pt x="0" y="202876"/>
                  </a:cubicBezTo>
                  <a:lnTo>
                    <a:pt x="0" y="63500"/>
                  </a:lnTo>
                  <a:cubicBezTo>
                    <a:pt x="0" y="46659"/>
                    <a:pt x="6690" y="30507"/>
                    <a:pt x="18599" y="18599"/>
                  </a:cubicBezTo>
                  <a:cubicBezTo>
                    <a:pt x="30507" y="6690"/>
                    <a:pt x="46659" y="0"/>
                    <a:pt x="63500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37631" cy="30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99224" y="7176914"/>
            <a:ext cx="1011400" cy="10114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7652393" y="7430083"/>
            <a:ext cx="505061" cy="505061"/>
          </a:xfrm>
          <a:custGeom>
            <a:avLst/>
            <a:gdLst/>
            <a:ahLst/>
            <a:cxnLst/>
            <a:rect r="r" b="b" t="t" l="l"/>
            <a:pathLst>
              <a:path h="505061" w="505061">
                <a:moveTo>
                  <a:pt x="505061" y="0"/>
                </a:moveTo>
                <a:lnTo>
                  <a:pt x="0" y="0"/>
                </a:lnTo>
                <a:lnTo>
                  <a:pt x="0" y="505061"/>
                </a:lnTo>
                <a:lnTo>
                  <a:pt x="505061" y="505061"/>
                </a:lnTo>
                <a:lnTo>
                  <a:pt x="5050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72208" y="0"/>
            <a:ext cx="6961766" cy="10287000"/>
            <a:chOff x="0" y="0"/>
            <a:chExt cx="183355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35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33552">
                  <a:moveTo>
                    <a:pt x="0" y="0"/>
                  </a:moveTo>
                  <a:lnTo>
                    <a:pt x="1833552" y="0"/>
                  </a:lnTo>
                  <a:lnTo>
                    <a:pt x="18335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355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7104" y="847166"/>
            <a:ext cx="6961766" cy="8592669"/>
            <a:chOff x="0" y="0"/>
            <a:chExt cx="1833552" cy="2263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3552" cy="2263090"/>
            </a:xfrm>
            <a:custGeom>
              <a:avLst/>
              <a:gdLst/>
              <a:ahLst/>
              <a:cxnLst/>
              <a:rect r="r" b="b" t="t" l="l"/>
              <a:pathLst>
                <a:path h="2263090" w="1833552">
                  <a:moveTo>
                    <a:pt x="32250" y="0"/>
                  </a:moveTo>
                  <a:lnTo>
                    <a:pt x="1801302" y="0"/>
                  </a:lnTo>
                  <a:cubicBezTo>
                    <a:pt x="1809855" y="0"/>
                    <a:pt x="1818058" y="3398"/>
                    <a:pt x="1824106" y="9446"/>
                  </a:cubicBezTo>
                  <a:cubicBezTo>
                    <a:pt x="1830154" y="15494"/>
                    <a:pt x="1833552" y="23697"/>
                    <a:pt x="1833552" y="32250"/>
                  </a:cubicBezTo>
                  <a:lnTo>
                    <a:pt x="1833552" y="2230840"/>
                  </a:lnTo>
                  <a:cubicBezTo>
                    <a:pt x="1833552" y="2239393"/>
                    <a:pt x="1830154" y="2247596"/>
                    <a:pt x="1824106" y="2253644"/>
                  </a:cubicBezTo>
                  <a:cubicBezTo>
                    <a:pt x="1818058" y="2259692"/>
                    <a:pt x="1809855" y="2263090"/>
                    <a:pt x="1801302" y="2263090"/>
                  </a:cubicBezTo>
                  <a:lnTo>
                    <a:pt x="32250" y="2263090"/>
                  </a:lnTo>
                  <a:cubicBezTo>
                    <a:pt x="23697" y="2263090"/>
                    <a:pt x="15494" y="2259692"/>
                    <a:pt x="9446" y="2253644"/>
                  </a:cubicBezTo>
                  <a:cubicBezTo>
                    <a:pt x="3398" y="2247596"/>
                    <a:pt x="0" y="2239393"/>
                    <a:pt x="0" y="2230840"/>
                  </a:cubicBezTo>
                  <a:lnTo>
                    <a:pt x="0" y="32250"/>
                  </a:lnTo>
                  <a:cubicBezTo>
                    <a:pt x="0" y="23697"/>
                    <a:pt x="3398" y="15494"/>
                    <a:pt x="9446" y="9446"/>
                  </a:cubicBezTo>
                  <a:cubicBezTo>
                    <a:pt x="15494" y="3398"/>
                    <a:pt x="23697" y="0"/>
                    <a:pt x="3225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33552" cy="230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2881" y="2476955"/>
            <a:ext cx="6962879" cy="696287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5573" y="0"/>
                  </a:moveTo>
                  <a:lnTo>
                    <a:pt x="787227" y="0"/>
                  </a:lnTo>
                  <a:cubicBezTo>
                    <a:pt x="794009" y="0"/>
                    <a:pt x="800514" y="2694"/>
                    <a:pt x="805310" y="7490"/>
                  </a:cubicBezTo>
                  <a:cubicBezTo>
                    <a:pt x="810106" y="12286"/>
                    <a:pt x="812800" y="18791"/>
                    <a:pt x="812800" y="25573"/>
                  </a:cubicBezTo>
                  <a:lnTo>
                    <a:pt x="812800" y="787227"/>
                  </a:lnTo>
                  <a:cubicBezTo>
                    <a:pt x="812800" y="794009"/>
                    <a:pt x="810106" y="800514"/>
                    <a:pt x="805310" y="805310"/>
                  </a:cubicBezTo>
                  <a:cubicBezTo>
                    <a:pt x="800514" y="810106"/>
                    <a:pt x="794009" y="812800"/>
                    <a:pt x="787227" y="812800"/>
                  </a:cubicBezTo>
                  <a:lnTo>
                    <a:pt x="25573" y="812800"/>
                  </a:lnTo>
                  <a:cubicBezTo>
                    <a:pt x="18791" y="812800"/>
                    <a:pt x="12286" y="810106"/>
                    <a:pt x="7490" y="805310"/>
                  </a:cubicBezTo>
                  <a:cubicBezTo>
                    <a:pt x="2694" y="800514"/>
                    <a:pt x="0" y="794009"/>
                    <a:pt x="0" y="787227"/>
                  </a:cubicBezTo>
                  <a:lnTo>
                    <a:pt x="0" y="25573"/>
                  </a:lnTo>
                  <a:cubicBezTo>
                    <a:pt x="0" y="18791"/>
                    <a:pt x="2694" y="12286"/>
                    <a:pt x="7490" y="7490"/>
                  </a:cubicBezTo>
                  <a:cubicBezTo>
                    <a:pt x="12286" y="2694"/>
                    <a:pt x="18791" y="0"/>
                    <a:pt x="2557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81544" y="289089"/>
            <a:ext cx="2503523" cy="558077"/>
          </a:xfrm>
          <a:custGeom>
            <a:avLst/>
            <a:gdLst/>
            <a:ahLst/>
            <a:cxnLst/>
            <a:rect r="r" b="b" t="t" l="l"/>
            <a:pathLst>
              <a:path h="558077" w="2503523">
                <a:moveTo>
                  <a:pt x="0" y="0"/>
                </a:moveTo>
                <a:lnTo>
                  <a:pt x="2503523" y="0"/>
                </a:lnTo>
                <a:lnTo>
                  <a:pt x="2503523" y="558077"/>
                </a:lnTo>
                <a:lnTo>
                  <a:pt x="0" y="558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96805" y="3066500"/>
            <a:ext cx="6608119" cy="193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7"/>
              </a:lnSpc>
            </a:pPr>
            <a:r>
              <a:rPr lang="en-US" sz="14045">
                <a:solidFill>
                  <a:srgbClr val="32620E"/>
                </a:solidFill>
                <a:latin typeface="Oswald"/>
                <a:ea typeface="Oswald"/>
                <a:cs typeface="Oswald"/>
                <a:sym typeface="Oswald"/>
              </a:rPr>
              <a:t>EntoFARM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5019" y="5589709"/>
            <a:ext cx="4241450" cy="58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Arial"/>
                <a:ea typeface="Open Sauce"/>
                <a:cs typeface="Open Sauce"/>
                <a:sym typeface="Open Sauce"/>
              </a:rPr>
              <a:t>Да започнеме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218" y="4962842"/>
            <a:ext cx="4852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262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2024-2-EL01-KA210-SCH-000285053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55614">
            <a:off x="-1071819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7533486">
            <a:off x="4870671" y="2086598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69"/>
                </a:lnTo>
                <a:lnTo>
                  <a:pt x="0" y="1152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5036" y="1451464"/>
            <a:ext cx="1217927" cy="47625"/>
            <a:chOff x="0" y="0"/>
            <a:chExt cx="962313" cy="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7992" y="6137054"/>
            <a:ext cx="2528111" cy="25281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83409" y="2264803"/>
            <a:ext cx="2528111" cy="25281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76817" y="2264803"/>
            <a:ext cx="2528111" cy="2528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70226" y="2264803"/>
            <a:ext cx="2528111" cy="25281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74052" y="6137054"/>
            <a:ext cx="2528111" cy="252811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40111" y="6137054"/>
            <a:ext cx="2528111" cy="25281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206170" y="6137054"/>
            <a:ext cx="2528111" cy="25281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2855614">
            <a:off x="-1497362" y="7530865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176923">
            <a:off x="-1858329" y="-315451"/>
            <a:ext cx="5486400" cy="4114800"/>
          </a:xfrm>
          <a:custGeom>
            <a:avLst/>
            <a:gdLst/>
            <a:ahLst/>
            <a:cxnLst/>
            <a:rect r="r" b="b" t="t" l="l"/>
            <a:pathLst>
              <a:path h="4114800" w="54864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017801">
            <a:off x="15924877" y="-77702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9" y="0"/>
                </a:lnTo>
                <a:lnTo>
                  <a:pt x="4201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67871" y="617665"/>
            <a:ext cx="7152258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Тимот на EntoFARM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7533486">
            <a:off x="13551074" y="3545579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6763" y="2712638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86763" y="4234741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86763" y="5815076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486763" y="7396710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855614">
            <a:off x="-1261673" y="741007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7533486">
            <a:off x="14965169" y="1332850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Вовед во EntoFARM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2520110"/>
            <a:ext cx="1403952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Зголемување на еколошката свест и знаењето за кружната економија.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790" y="5932110"/>
            <a:ext cx="1403952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Обезбедување ресурси и обука за наставници.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1790" y="7204182"/>
            <a:ext cx="1403952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Учење за одгледувањето инсекти како практично решение за одржливост.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01790" y="4045323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Вклучување на учениците во STEM области како земјоделство, науки за животната средина и биотехнологија.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7057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D3A3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6763" y="2780523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6763" y="4305735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6763" y="5882960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6763" y="7464594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6"/>
                </a:lnTo>
                <a:lnTo>
                  <a:pt x="0" y="76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01790" y="2829673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Одржлива алтернатива на традиционалното земјоделство.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30072" y="952500"/>
            <a:ext cx="12827855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Зошто одгледување инсекти?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1790" y="5932110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Мал еколошки отпечаток и висока хранлива вредност.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7204182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Практичен и интересен начин за предавање на концептите на кружната економија.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30072" y="4071329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Го намалува отпадот од храна со претворање на органскиот отпад во вреден протеин.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536408" y="-1159715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94251">
            <a:off x="-1091041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632853" y="2999619"/>
            <a:ext cx="825654" cy="0"/>
          </a:xfrm>
          <a:prstGeom prst="line">
            <a:avLst/>
          </a:prstGeom>
          <a:ln cap="flat" w="28575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922580" y="5173030"/>
            <a:ext cx="2497827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632853" y="7713426"/>
            <a:ext cx="787554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410882" y="3777277"/>
            <a:ext cx="2031218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9434694" y="2999619"/>
            <a:ext cx="0" cy="4737619"/>
          </a:xfrm>
          <a:prstGeom prst="line">
            <a:avLst/>
          </a:prstGeom>
          <a:ln cap="flat" w="28575">
            <a:solidFill>
              <a:srgbClr val="70574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410882" y="6590746"/>
            <a:ext cx="1740915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7415095" y="2303274"/>
            <a:ext cx="1537008" cy="1392690"/>
            <a:chOff x="0" y="0"/>
            <a:chExt cx="2550919" cy="2311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89918" y="2985332"/>
            <a:ext cx="1537008" cy="1392690"/>
            <a:chOff x="0" y="0"/>
            <a:chExt cx="2550919" cy="231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81016" y="4441148"/>
            <a:ext cx="1537008" cy="1392690"/>
            <a:chOff x="0" y="0"/>
            <a:chExt cx="2550919" cy="231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6A0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15095" y="7002793"/>
            <a:ext cx="1537008" cy="1392690"/>
            <a:chOff x="0" y="0"/>
            <a:chExt cx="2550919" cy="231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89918" y="5880113"/>
            <a:ext cx="1537008" cy="1392690"/>
            <a:chOff x="0" y="0"/>
            <a:chExt cx="2550919" cy="231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8CC34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584124" y="2436449"/>
            <a:ext cx="1198108" cy="1097766"/>
          </a:xfrm>
          <a:custGeom>
            <a:avLst/>
            <a:gdLst/>
            <a:ahLst/>
            <a:cxnLst/>
            <a:rect r="r" b="b" t="t" l="l"/>
            <a:pathLst>
              <a:path h="1097766" w="1198108">
                <a:moveTo>
                  <a:pt x="0" y="0"/>
                </a:moveTo>
                <a:lnTo>
                  <a:pt x="1198108" y="0"/>
                </a:lnTo>
                <a:lnTo>
                  <a:pt x="1198108" y="1097766"/>
                </a:lnTo>
                <a:lnTo>
                  <a:pt x="0" y="1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63449" y="3086614"/>
            <a:ext cx="789947" cy="1190127"/>
          </a:xfrm>
          <a:custGeom>
            <a:avLst/>
            <a:gdLst/>
            <a:ahLst/>
            <a:cxnLst/>
            <a:rect r="r" b="b" t="t" l="l"/>
            <a:pathLst>
              <a:path h="1190127" w="789947">
                <a:moveTo>
                  <a:pt x="0" y="0"/>
                </a:moveTo>
                <a:lnTo>
                  <a:pt x="789946" y="0"/>
                </a:lnTo>
                <a:lnTo>
                  <a:pt x="789946" y="1190126"/>
                </a:lnTo>
                <a:lnTo>
                  <a:pt x="0" y="1190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602682" y="4512535"/>
            <a:ext cx="1093676" cy="1249916"/>
          </a:xfrm>
          <a:custGeom>
            <a:avLst/>
            <a:gdLst/>
            <a:ahLst/>
            <a:cxnLst/>
            <a:rect r="r" b="b" t="t" l="l"/>
            <a:pathLst>
              <a:path h="1249916" w="1093676">
                <a:moveTo>
                  <a:pt x="0" y="0"/>
                </a:moveTo>
                <a:lnTo>
                  <a:pt x="1093677" y="0"/>
                </a:lnTo>
                <a:lnTo>
                  <a:pt x="1093677" y="1249916"/>
                </a:lnTo>
                <a:lnTo>
                  <a:pt x="0" y="1249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89431" y="6155065"/>
            <a:ext cx="1337983" cy="871362"/>
          </a:xfrm>
          <a:custGeom>
            <a:avLst/>
            <a:gdLst/>
            <a:ahLst/>
            <a:cxnLst/>
            <a:rect r="r" b="b" t="t" l="l"/>
            <a:pathLst>
              <a:path h="871362" w="1337983">
                <a:moveTo>
                  <a:pt x="0" y="0"/>
                </a:moveTo>
                <a:lnTo>
                  <a:pt x="1337983" y="0"/>
                </a:lnTo>
                <a:lnTo>
                  <a:pt x="1337983" y="871362"/>
                </a:lnTo>
                <a:lnTo>
                  <a:pt x="0" y="871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75555" y="7214321"/>
            <a:ext cx="1216087" cy="1045835"/>
          </a:xfrm>
          <a:custGeom>
            <a:avLst/>
            <a:gdLst/>
            <a:ahLst/>
            <a:cxnLst/>
            <a:rect r="r" b="b" t="t" l="l"/>
            <a:pathLst>
              <a:path h="1045835" w="1216087">
                <a:moveTo>
                  <a:pt x="0" y="0"/>
                </a:moveTo>
                <a:lnTo>
                  <a:pt x="1216087" y="0"/>
                </a:lnTo>
                <a:lnTo>
                  <a:pt x="1216087" y="1045835"/>
                </a:lnTo>
                <a:lnTo>
                  <a:pt x="0" y="10458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Главни активности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833" y="2536070"/>
            <a:ext cx="7029236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Развој на образовен комплет за наставници.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26951" y="2999053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Пилотно воведување на фарми за инсекти во училишта со учество на ученици.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4460876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Учениците создаваат документарен филм за своето искуство од учењето.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26951" y="5908122"/>
            <a:ext cx="5952872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Посети на ученици на универзитет за запознавање со напредни земјоделски истражувања.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5235" y="7030802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Вебинари и обучувачки сесии за наставници.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29724" y="2289347"/>
            <a:ext cx="6055782" cy="3557478"/>
            <a:chOff x="0" y="0"/>
            <a:chExt cx="1594939" cy="936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29724" y="6179302"/>
            <a:ext cx="6055782" cy="3557478"/>
            <a:chOff x="0" y="0"/>
            <a:chExt cx="1594939" cy="9369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9254" y="2289347"/>
            <a:ext cx="6055782" cy="3557478"/>
            <a:chOff x="0" y="0"/>
            <a:chExt cx="1594939" cy="936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51017" y="2454290"/>
            <a:ext cx="1512256" cy="1266515"/>
          </a:xfrm>
          <a:custGeom>
            <a:avLst/>
            <a:gdLst/>
            <a:ahLst/>
            <a:cxnLst/>
            <a:rect r="r" b="b" t="t" l="l"/>
            <a:pathLst>
              <a:path h="1266515" w="1512256">
                <a:moveTo>
                  <a:pt x="0" y="0"/>
                </a:moveTo>
                <a:lnTo>
                  <a:pt x="1512256" y="0"/>
                </a:lnTo>
                <a:lnTo>
                  <a:pt x="1512256" y="1266514"/>
                </a:lnTo>
                <a:lnTo>
                  <a:pt x="0" y="1266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479254" y="6179302"/>
            <a:ext cx="6055782" cy="3557478"/>
            <a:chOff x="0" y="0"/>
            <a:chExt cx="1594939" cy="9369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868075" y="6344245"/>
            <a:ext cx="1278141" cy="1217429"/>
          </a:xfrm>
          <a:custGeom>
            <a:avLst/>
            <a:gdLst/>
            <a:ahLst/>
            <a:cxnLst/>
            <a:rect r="r" b="b" t="t" l="l"/>
            <a:pathLst>
              <a:path h="1217429" w="1278141">
                <a:moveTo>
                  <a:pt x="0" y="0"/>
                </a:moveTo>
                <a:lnTo>
                  <a:pt x="1278141" y="0"/>
                </a:lnTo>
                <a:lnTo>
                  <a:pt x="1278141" y="1217429"/>
                </a:lnTo>
                <a:lnTo>
                  <a:pt x="0" y="121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60369" y="2454290"/>
            <a:ext cx="1394491" cy="1284675"/>
          </a:xfrm>
          <a:custGeom>
            <a:avLst/>
            <a:gdLst/>
            <a:ahLst/>
            <a:cxnLst/>
            <a:rect r="r" b="b" t="t" l="l"/>
            <a:pathLst>
              <a:path h="1284675" w="1394491">
                <a:moveTo>
                  <a:pt x="0" y="0"/>
                </a:moveTo>
                <a:lnTo>
                  <a:pt x="1394492" y="0"/>
                </a:lnTo>
                <a:lnTo>
                  <a:pt x="1394492" y="1284675"/>
                </a:lnTo>
                <a:lnTo>
                  <a:pt x="0" y="1284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94810" y="6344245"/>
            <a:ext cx="1125610" cy="1308849"/>
          </a:xfrm>
          <a:custGeom>
            <a:avLst/>
            <a:gdLst/>
            <a:ahLst/>
            <a:cxnLst/>
            <a:rect r="r" b="b" t="t" l="l"/>
            <a:pathLst>
              <a:path h="1308849" w="1125610">
                <a:moveTo>
                  <a:pt x="0" y="0"/>
                </a:moveTo>
                <a:lnTo>
                  <a:pt x="1125610" y="0"/>
                </a:lnTo>
                <a:lnTo>
                  <a:pt x="1125610" y="1308849"/>
                </a:lnTo>
                <a:lnTo>
                  <a:pt x="0" y="1308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123104" y="868978"/>
            <a:ext cx="10041793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Вклучете се!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39876" y="4020461"/>
            <a:ext cx="543547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Училишта: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Воведете го EntoFARM и соработувајте со универзитети.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17674" y="7686518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Ученици: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Учествувајте практично во одгледувањето инсекти и снимете документарен филм.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17674" y="3937132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Наставници: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Вклучете го EntoFARM во наставната програма и учествувајте на обуки.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8144" y="7686518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Заедница: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Поддржете го проектот и усвојте одржливи практики.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26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2573064"/>
            <a:ext cx="15295469" cy="6026822"/>
            <a:chOff x="0" y="0"/>
            <a:chExt cx="4028436" cy="15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8436" cy="1587311"/>
            </a:xfrm>
            <a:custGeom>
              <a:avLst/>
              <a:gdLst/>
              <a:ahLst/>
              <a:cxnLst/>
              <a:rect r="r" b="b" t="t" l="l"/>
              <a:pathLst>
                <a:path h="1587311" w="4028436">
                  <a:moveTo>
                    <a:pt x="10629" y="0"/>
                  </a:moveTo>
                  <a:lnTo>
                    <a:pt x="4017807" y="0"/>
                  </a:lnTo>
                  <a:cubicBezTo>
                    <a:pt x="4023677" y="0"/>
                    <a:pt x="4028436" y="4759"/>
                    <a:pt x="4028436" y="10629"/>
                  </a:cubicBezTo>
                  <a:lnTo>
                    <a:pt x="4028436" y="1576682"/>
                  </a:lnTo>
                  <a:cubicBezTo>
                    <a:pt x="4028436" y="1582552"/>
                    <a:pt x="4023677" y="1587311"/>
                    <a:pt x="4017807" y="1587311"/>
                  </a:cubicBezTo>
                  <a:lnTo>
                    <a:pt x="10629" y="1587311"/>
                  </a:lnTo>
                  <a:cubicBezTo>
                    <a:pt x="4759" y="1587311"/>
                    <a:pt x="0" y="1582552"/>
                    <a:pt x="0" y="1576682"/>
                  </a:cubicBezTo>
                  <a:lnTo>
                    <a:pt x="0" y="10629"/>
                  </a:lnTo>
                  <a:cubicBezTo>
                    <a:pt x="0" y="4759"/>
                    <a:pt x="4759" y="0"/>
                    <a:pt x="1062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28436" cy="1625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35799" y="2847158"/>
            <a:ext cx="7108740" cy="337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00" b="1">
                <a:solidFill>
                  <a:srgbClr val="FFFFFF"/>
                </a:solidFill>
                <a:latin typeface="Arial"/>
                <a:ea typeface="Oswald"/>
                <a:cs typeface="Oswald"/>
                <a:sym typeface="Oswald"/>
              </a:rPr>
              <a:t>ВИ БЛАГОДАРИМЕ! ИМАТЕ ПРАШАЊА?</a:t>
            </a:r>
          </a:p>
        </p:txBody>
      </p:sp>
      <p:sp>
        <p:nvSpPr>
          <p:cNvPr name="AutoShape 6" id="6"/>
          <p:cNvSpPr/>
          <p:nvPr/>
        </p:nvSpPr>
        <p:spPr>
          <a:xfrm>
            <a:off x="1296805" y="9239250"/>
            <a:ext cx="15295469" cy="19050"/>
          </a:xfrm>
          <a:prstGeom prst="line">
            <a:avLst/>
          </a:prstGeom>
          <a:ln cap="flat" w="38100">
            <a:solidFill>
              <a:srgbClr val="9DCD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500161" y="2573064"/>
            <a:ext cx="8092113" cy="6036000"/>
            <a:chOff x="0" y="0"/>
            <a:chExt cx="1253680" cy="935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680" cy="935134"/>
            </a:xfrm>
            <a:custGeom>
              <a:avLst/>
              <a:gdLst/>
              <a:ahLst/>
              <a:cxnLst/>
              <a:rect r="r" b="b" t="t" l="l"/>
              <a:pathLst>
                <a:path h="935134" w="1253680">
                  <a:moveTo>
                    <a:pt x="19134" y="0"/>
                  </a:moveTo>
                  <a:lnTo>
                    <a:pt x="1234546" y="0"/>
                  </a:lnTo>
                  <a:cubicBezTo>
                    <a:pt x="1245113" y="0"/>
                    <a:pt x="1253680" y="8567"/>
                    <a:pt x="1253680" y="19134"/>
                  </a:cubicBezTo>
                  <a:lnTo>
                    <a:pt x="1253680" y="916000"/>
                  </a:lnTo>
                  <a:cubicBezTo>
                    <a:pt x="1253680" y="926568"/>
                    <a:pt x="1245113" y="935134"/>
                    <a:pt x="1234546" y="935134"/>
                  </a:cubicBezTo>
                  <a:lnTo>
                    <a:pt x="19134" y="935134"/>
                  </a:lnTo>
                  <a:cubicBezTo>
                    <a:pt x="8567" y="935134"/>
                    <a:pt x="0" y="926568"/>
                    <a:pt x="0" y="916000"/>
                  </a:cubicBezTo>
                  <a:lnTo>
                    <a:pt x="0" y="19134"/>
                  </a:lnTo>
                  <a:cubicBezTo>
                    <a:pt x="0" y="8567"/>
                    <a:pt x="8567" y="0"/>
                    <a:pt x="19134" y="0"/>
                  </a:cubicBezTo>
                  <a:close/>
                </a:path>
              </a:pathLst>
            </a:custGeom>
            <a:blipFill>
              <a:blip r:embed="rId2"/>
              <a:stretch>
                <a:fillRect l="-5873" t="0" r="-587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44539" y="3097541"/>
            <a:ext cx="1244797" cy="124479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9256132" y="3409133"/>
            <a:ext cx="621612" cy="621612"/>
          </a:xfrm>
          <a:custGeom>
            <a:avLst/>
            <a:gdLst/>
            <a:ahLst/>
            <a:cxnLst/>
            <a:rect r="r" b="b" t="t" l="l"/>
            <a:pathLst>
              <a:path h="621612" w="621612">
                <a:moveTo>
                  <a:pt x="621612" y="0"/>
                </a:moveTo>
                <a:lnTo>
                  <a:pt x="0" y="0"/>
                </a:lnTo>
                <a:lnTo>
                  <a:pt x="0" y="621612"/>
                </a:lnTo>
                <a:lnTo>
                  <a:pt x="621612" y="621612"/>
                </a:lnTo>
                <a:lnTo>
                  <a:pt x="6216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8771" y="6257699"/>
            <a:ext cx="1764331" cy="1764331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018013" y="6641074"/>
            <a:ext cx="5482148" cy="94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Скенирајте за повеќе!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DAGi6qgFboU</dc:identifier>
  <dcterms:modified xsi:type="dcterms:W3CDTF">2011-08-01T06:04:30Z</dcterms:modified>
  <cp:revision>1</cp:revision>
  <dc:title>EntoFARM_presentation_GR</dc:title>
</cp:coreProperties>
</file>