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swald" charset="1" panose="00000500000000000000"/>
      <p:regular r:id="rId13"/>
    </p:embeddedFont>
    <p:embeddedFont>
      <p:font typeface="Open Sauce" charset="1" panose="00000500000000000000"/>
      <p:regular r:id="rId14"/>
    </p:embeddedFont>
    <p:embeddedFont>
      <p:font typeface="Open Sans Bold" charset="1" panose="020B0806030504020204"/>
      <p:regular r:id="rId15"/>
    </p:embeddedFont>
    <p:embeddedFont>
      <p:font typeface="Poppins Bold" charset="1" panose="00000800000000000000"/>
      <p:regular r:id="rId16"/>
    </p:embeddedFont>
    <p:embeddedFont>
      <p:font typeface="Canva Sans" charset="1" panose="020B0503030501040103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20.png" Type="http://schemas.openxmlformats.org/officeDocument/2006/relationships/image"/><Relationship Id="rId14" Target="../media/image21.svg" Type="http://schemas.openxmlformats.org/officeDocument/2006/relationships/image"/><Relationship Id="rId15" Target="../media/image7.png" Type="http://schemas.openxmlformats.org/officeDocument/2006/relationships/image"/><Relationship Id="rId16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jpe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4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805" y="5452695"/>
            <a:ext cx="6217879" cy="1011400"/>
            <a:chOff x="0" y="0"/>
            <a:chExt cx="1637631" cy="2663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7631" cy="266377"/>
            </a:xfrm>
            <a:custGeom>
              <a:avLst/>
              <a:gdLst/>
              <a:ahLst/>
              <a:cxnLst/>
              <a:rect r="r" b="b" t="t" l="l"/>
              <a:pathLst>
                <a:path h="266377" w="1637631">
                  <a:moveTo>
                    <a:pt x="63500" y="0"/>
                  </a:moveTo>
                  <a:lnTo>
                    <a:pt x="1574130" y="0"/>
                  </a:lnTo>
                  <a:cubicBezTo>
                    <a:pt x="1609201" y="0"/>
                    <a:pt x="1637631" y="28430"/>
                    <a:pt x="1637631" y="63500"/>
                  </a:cubicBezTo>
                  <a:lnTo>
                    <a:pt x="1637631" y="202876"/>
                  </a:lnTo>
                  <a:cubicBezTo>
                    <a:pt x="1637631" y="219718"/>
                    <a:pt x="1630940" y="235869"/>
                    <a:pt x="1619032" y="247778"/>
                  </a:cubicBezTo>
                  <a:cubicBezTo>
                    <a:pt x="1607123" y="259687"/>
                    <a:pt x="1590972" y="266377"/>
                    <a:pt x="1574130" y="266377"/>
                  </a:cubicBezTo>
                  <a:lnTo>
                    <a:pt x="63500" y="266377"/>
                  </a:lnTo>
                  <a:cubicBezTo>
                    <a:pt x="46659" y="266377"/>
                    <a:pt x="30507" y="259687"/>
                    <a:pt x="18599" y="247778"/>
                  </a:cubicBezTo>
                  <a:cubicBezTo>
                    <a:pt x="6690" y="235869"/>
                    <a:pt x="0" y="219718"/>
                    <a:pt x="0" y="202876"/>
                  </a:cubicBezTo>
                  <a:lnTo>
                    <a:pt x="0" y="63500"/>
                  </a:lnTo>
                  <a:cubicBezTo>
                    <a:pt x="0" y="46659"/>
                    <a:pt x="6690" y="30507"/>
                    <a:pt x="18599" y="18599"/>
                  </a:cubicBezTo>
                  <a:cubicBezTo>
                    <a:pt x="30507" y="6690"/>
                    <a:pt x="46659" y="0"/>
                    <a:pt x="63500" y="0"/>
                  </a:cubicBezTo>
                  <a:close/>
                </a:path>
              </a:pathLst>
            </a:custGeom>
            <a:solidFill>
              <a:srgbClr val="32620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37631" cy="304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99224" y="7176914"/>
            <a:ext cx="1011400" cy="10114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7C75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7652393" y="7430083"/>
            <a:ext cx="505061" cy="505061"/>
          </a:xfrm>
          <a:custGeom>
            <a:avLst/>
            <a:gdLst/>
            <a:ahLst/>
            <a:cxnLst/>
            <a:rect r="r" b="b" t="t" l="l"/>
            <a:pathLst>
              <a:path h="505061" w="505061">
                <a:moveTo>
                  <a:pt x="505061" y="0"/>
                </a:moveTo>
                <a:lnTo>
                  <a:pt x="0" y="0"/>
                </a:lnTo>
                <a:lnTo>
                  <a:pt x="0" y="505061"/>
                </a:lnTo>
                <a:lnTo>
                  <a:pt x="505061" y="505061"/>
                </a:lnTo>
                <a:lnTo>
                  <a:pt x="50506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672208" y="0"/>
            <a:ext cx="6961766" cy="10287000"/>
            <a:chOff x="0" y="0"/>
            <a:chExt cx="1833552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355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33552">
                  <a:moveTo>
                    <a:pt x="0" y="0"/>
                  </a:moveTo>
                  <a:lnTo>
                    <a:pt x="1833552" y="0"/>
                  </a:lnTo>
                  <a:lnTo>
                    <a:pt x="183355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7C75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3355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87104" y="847166"/>
            <a:ext cx="6961766" cy="8592669"/>
            <a:chOff x="0" y="0"/>
            <a:chExt cx="1833552" cy="22630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3552" cy="2263090"/>
            </a:xfrm>
            <a:custGeom>
              <a:avLst/>
              <a:gdLst/>
              <a:ahLst/>
              <a:cxnLst/>
              <a:rect r="r" b="b" t="t" l="l"/>
              <a:pathLst>
                <a:path h="2263090" w="1833552">
                  <a:moveTo>
                    <a:pt x="32250" y="0"/>
                  </a:moveTo>
                  <a:lnTo>
                    <a:pt x="1801302" y="0"/>
                  </a:lnTo>
                  <a:cubicBezTo>
                    <a:pt x="1809855" y="0"/>
                    <a:pt x="1818058" y="3398"/>
                    <a:pt x="1824106" y="9446"/>
                  </a:cubicBezTo>
                  <a:cubicBezTo>
                    <a:pt x="1830154" y="15494"/>
                    <a:pt x="1833552" y="23697"/>
                    <a:pt x="1833552" y="32250"/>
                  </a:cubicBezTo>
                  <a:lnTo>
                    <a:pt x="1833552" y="2230840"/>
                  </a:lnTo>
                  <a:cubicBezTo>
                    <a:pt x="1833552" y="2239393"/>
                    <a:pt x="1830154" y="2247596"/>
                    <a:pt x="1824106" y="2253644"/>
                  </a:cubicBezTo>
                  <a:cubicBezTo>
                    <a:pt x="1818058" y="2259692"/>
                    <a:pt x="1809855" y="2263090"/>
                    <a:pt x="1801302" y="2263090"/>
                  </a:cubicBezTo>
                  <a:lnTo>
                    <a:pt x="32250" y="2263090"/>
                  </a:lnTo>
                  <a:cubicBezTo>
                    <a:pt x="23697" y="2263090"/>
                    <a:pt x="15494" y="2259692"/>
                    <a:pt x="9446" y="2253644"/>
                  </a:cubicBezTo>
                  <a:cubicBezTo>
                    <a:pt x="3398" y="2247596"/>
                    <a:pt x="0" y="2239393"/>
                    <a:pt x="0" y="2230840"/>
                  </a:cubicBezTo>
                  <a:lnTo>
                    <a:pt x="0" y="32250"/>
                  </a:lnTo>
                  <a:cubicBezTo>
                    <a:pt x="0" y="23697"/>
                    <a:pt x="3398" y="15494"/>
                    <a:pt x="9446" y="9446"/>
                  </a:cubicBezTo>
                  <a:cubicBezTo>
                    <a:pt x="15494" y="3398"/>
                    <a:pt x="23697" y="0"/>
                    <a:pt x="3225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33552" cy="2301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02881" y="2476955"/>
            <a:ext cx="6962879" cy="696287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5573" y="0"/>
                  </a:moveTo>
                  <a:lnTo>
                    <a:pt x="787227" y="0"/>
                  </a:lnTo>
                  <a:cubicBezTo>
                    <a:pt x="794009" y="0"/>
                    <a:pt x="800514" y="2694"/>
                    <a:pt x="805310" y="7490"/>
                  </a:cubicBezTo>
                  <a:cubicBezTo>
                    <a:pt x="810106" y="12286"/>
                    <a:pt x="812800" y="18791"/>
                    <a:pt x="812800" y="25573"/>
                  </a:cubicBezTo>
                  <a:lnTo>
                    <a:pt x="812800" y="787227"/>
                  </a:lnTo>
                  <a:cubicBezTo>
                    <a:pt x="812800" y="794009"/>
                    <a:pt x="810106" y="800514"/>
                    <a:pt x="805310" y="805310"/>
                  </a:cubicBezTo>
                  <a:cubicBezTo>
                    <a:pt x="800514" y="810106"/>
                    <a:pt x="794009" y="812800"/>
                    <a:pt x="787227" y="812800"/>
                  </a:cubicBezTo>
                  <a:lnTo>
                    <a:pt x="25573" y="812800"/>
                  </a:lnTo>
                  <a:cubicBezTo>
                    <a:pt x="18791" y="812800"/>
                    <a:pt x="12286" y="810106"/>
                    <a:pt x="7490" y="805310"/>
                  </a:cubicBezTo>
                  <a:cubicBezTo>
                    <a:pt x="2694" y="800514"/>
                    <a:pt x="0" y="794009"/>
                    <a:pt x="0" y="787227"/>
                  </a:cubicBezTo>
                  <a:lnTo>
                    <a:pt x="0" y="25573"/>
                  </a:lnTo>
                  <a:cubicBezTo>
                    <a:pt x="0" y="18791"/>
                    <a:pt x="2694" y="12286"/>
                    <a:pt x="7490" y="7490"/>
                  </a:cubicBezTo>
                  <a:cubicBezTo>
                    <a:pt x="12286" y="2694"/>
                    <a:pt x="18791" y="0"/>
                    <a:pt x="2557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381544" y="289089"/>
            <a:ext cx="2503523" cy="558077"/>
          </a:xfrm>
          <a:custGeom>
            <a:avLst/>
            <a:gdLst/>
            <a:ahLst/>
            <a:cxnLst/>
            <a:rect r="r" b="b" t="t" l="l"/>
            <a:pathLst>
              <a:path h="558077" w="2503523">
                <a:moveTo>
                  <a:pt x="0" y="0"/>
                </a:moveTo>
                <a:lnTo>
                  <a:pt x="2503523" y="0"/>
                </a:lnTo>
                <a:lnTo>
                  <a:pt x="2503523" y="558077"/>
                </a:lnTo>
                <a:lnTo>
                  <a:pt x="0" y="558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96805" y="3066500"/>
            <a:ext cx="6608119" cy="193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7"/>
              </a:lnSpc>
            </a:pPr>
            <a:r>
              <a:rPr lang="en-US" sz="14045">
                <a:solidFill>
                  <a:srgbClr val="32620E"/>
                </a:solidFill>
                <a:latin typeface="Oswald"/>
                <a:ea typeface="Oswald"/>
                <a:cs typeface="Oswald"/>
                <a:sym typeface="Oswald"/>
              </a:rPr>
              <a:t>EntoFARM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85019" y="5589709"/>
            <a:ext cx="4241450" cy="581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7"/>
              </a:lnSpc>
            </a:pPr>
            <a:r>
              <a:rPr lang="en-US" sz="336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Ας ξεκινήσουμε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8218" y="4962842"/>
            <a:ext cx="485294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32620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2024-2-EL01-KA210-SCH-000285053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2855614">
            <a:off x="-1071819" y="7200900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7533486">
            <a:off x="4870671" y="2086598"/>
            <a:ext cx="5624240" cy="1152969"/>
          </a:xfrm>
          <a:custGeom>
            <a:avLst/>
            <a:gdLst/>
            <a:ahLst/>
            <a:cxnLst/>
            <a:rect r="r" b="b" t="t" l="l"/>
            <a:pathLst>
              <a:path h="1152969" w="5624240">
                <a:moveTo>
                  <a:pt x="0" y="0"/>
                </a:moveTo>
                <a:lnTo>
                  <a:pt x="5624240" y="0"/>
                </a:lnTo>
                <a:lnTo>
                  <a:pt x="5624240" y="1152969"/>
                </a:lnTo>
                <a:lnTo>
                  <a:pt x="0" y="11529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35036" y="1451464"/>
            <a:ext cx="1217927" cy="47625"/>
            <a:chOff x="0" y="0"/>
            <a:chExt cx="962313" cy="37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07992" y="6137054"/>
            <a:ext cx="2528111" cy="25281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83409" y="2264803"/>
            <a:ext cx="2528111" cy="252811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976817" y="2264803"/>
            <a:ext cx="2528111" cy="252811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470226" y="2264803"/>
            <a:ext cx="2528111" cy="252811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074052" y="6137054"/>
            <a:ext cx="2528111" cy="252811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6666" t="0" r="-16666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640111" y="6137054"/>
            <a:ext cx="2528111" cy="252811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206170" y="6137054"/>
            <a:ext cx="2528111" cy="252811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2855614">
            <a:off x="-1497362" y="7530865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7176923">
            <a:off x="-1858329" y="-315451"/>
            <a:ext cx="5486400" cy="4114800"/>
          </a:xfrm>
          <a:custGeom>
            <a:avLst/>
            <a:gdLst/>
            <a:ahLst/>
            <a:cxnLst/>
            <a:rect r="r" b="b" t="t" l="l"/>
            <a:pathLst>
              <a:path h="4114800" w="5486400">
                <a:moveTo>
                  <a:pt x="0" y="0"/>
                </a:moveTo>
                <a:lnTo>
                  <a:pt x="5486400" y="0"/>
                </a:lnTo>
                <a:lnTo>
                  <a:pt x="5486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8017801">
            <a:off x="15924877" y="-777021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9" y="0"/>
                </a:lnTo>
                <a:lnTo>
                  <a:pt x="42010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567871" y="617665"/>
            <a:ext cx="7152258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true" sz="4400">
                <a:solidFill>
                  <a:srgbClr val="32620E"/>
                </a:solidFill>
                <a:latin typeface="Poppins Bold"/>
                <a:ea typeface="Poppins Bold"/>
                <a:cs typeface="Poppins Bold"/>
                <a:sym typeface="Poppins Bold"/>
              </a:rPr>
              <a:t>Η ομάδα του EntoFARM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-7533486">
            <a:off x="13551074" y="3545579"/>
            <a:ext cx="5624240" cy="1152969"/>
          </a:xfrm>
          <a:custGeom>
            <a:avLst/>
            <a:gdLst/>
            <a:ahLst/>
            <a:cxnLst/>
            <a:rect r="r" b="b" t="t" l="l"/>
            <a:pathLst>
              <a:path h="1152969" w="5624240">
                <a:moveTo>
                  <a:pt x="0" y="0"/>
                </a:moveTo>
                <a:lnTo>
                  <a:pt x="5624240" y="0"/>
                </a:lnTo>
                <a:lnTo>
                  <a:pt x="5624240" y="1152970"/>
                </a:lnTo>
                <a:lnTo>
                  <a:pt x="0" y="115297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7958" y="2477623"/>
            <a:ext cx="15712611" cy="1367675"/>
            <a:chOff x="0" y="0"/>
            <a:chExt cx="4138301" cy="3602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86763" y="2712638"/>
            <a:ext cx="897644" cy="897644"/>
          </a:xfrm>
          <a:custGeom>
            <a:avLst/>
            <a:gdLst/>
            <a:ahLst/>
            <a:cxnLst/>
            <a:rect r="r" b="b" t="t" l="l"/>
            <a:pathLst>
              <a:path h="897644" w="897644">
                <a:moveTo>
                  <a:pt x="0" y="0"/>
                </a:moveTo>
                <a:lnTo>
                  <a:pt x="897644" y="0"/>
                </a:lnTo>
                <a:lnTo>
                  <a:pt x="897644" y="897644"/>
                </a:lnTo>
                <a:lnTo>
                  <a:pt x="0" y="897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35036" y="1786299"/>
            <a:ext cx="1217927" cy="47625"/>
            <a:chOff x="0" y="0"/>
            <a:chExt cx="962313" cy="376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7695" y="4002835"/>
            <a:ext cx="15712611" cy="1367675"/>
            <a:chOff x="0" y="0"/>
            <a:chExt cx="4138301" cy="3602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86763" y="4234741"/>
            <a:ext cx="897644" cy="897644"/>
          </a:xfrm>
          <a:custGeom>
            <a:avLst/>
            <a:gdLst/>
            <a:ahLst/>
            <a:cxnLst/>
            <a:rect r="r" b="b" t="t" l="l"/>
            <a:pathLst>
              <a:path h="897644" w="897644">
                <a:moveTo>
                  <a:pt x="0" y="0"/>
                </a:moveTo>
                <a:lnTo>
                  <a:pt x="897644" y="0"/>
                </a:lnTo>
                <a:lnTo>
                  <a:pt x="897644" y="897644"/>
                </a:lnTo>
                <a:lnTo>
                  <a:pt x="0" y="897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87695" y="5580060"/>
            <a:ext cx="15712611" cy="1367675"/>
            <a:chOff x="0" y="0"/>
            <a:chExt cx="4138301" cy="3602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86763" y="5815076"/>
            <a:ext cx="897644" cy="897644"/>
          </a:xfrm>
          <a:custGeom>
            <a:avLst/>
            <a:gdLst/>
            <a:ahLst/>
            <a:cxnLst/>
            <a:rect r="r" b="b" t="t" l="l"/>
            <a:pathLst>
              <a:path h="897644" w="897644">
                <a:moveTo>
                  <a:pt x="0" y="0"/>
                </a:moveTo>
                <a:lnTo>
                  <a:pt x="897644" y="0"/>
                </a:lnTo>
                <a:lnTo>
                  <a:pt x="897644" y="897644"/>
                </a:lnTo>
                <a:lnTo>
                  <a:pt x="0" y="897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87695" y="7161694"/>
            <a:ext cx="15712611" cy="1367675"/>
            <a:chOff x="0" y="0"/>
            <a:chExt cx="4138301" cy="3602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486763" y="7396710"/>
            <a:ext cx="897644" cy="897644"/>
          </a:xfrm>
          <a:custGeom>
            <a:avLst/>
            <a:gdLst/>
            <a:ahLst/>
            <a:cxnLst/>
            <a:rect r="r" b="b" t="t" l="l"/>
            <a:pathLst>
              <a:path h="897644" w="897644">
                <a:moveTo>
                  <a:pt x="0" y="0"/>
                </a:moveTo>
                <a:lnTo>
                  <a:pt x="897644" y="0"/>
                </a:lnTo>
                <a:lnTo>
                  <a:pt x="897644" y="897644"/>
                </a:lnTo>
                <a:lnTo>
                  <a:pt x="0" y="897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2855614">
            <a:off x="-1261673" y="7410071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7533486">
            <a:off x="14965169" y="1332850"/>
            <a:ext cx="5624240" cy="1152969"/>
          </a:xfrm>
          <a:custGeom>
            <a:avLst/>
            <a:gdLst/>
            <a:ahLst/>
            <a:cxnLst/>
            <a:rect r="r" b="b" t="t" l="l"/>
            <a:pathLst>
              <a:path h="1152969" w="5624240">
                <a:moveTo>
                  <a:pt x="0" y="0"/>
                </a:moveTo>
                <a:lnTo>
                  <a:pt x="5624240" y="0"/>
                </a:lnTo>
                <a:lnTo>
                  <a:pt x="5624240" y="1152970"/>
                </a:lnTo>
                <a:lnTo>
                  <a:pt x="0" y="1152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230385" y="952500"/>
            <a:ext cx="7827230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true" sz="4400">
                <a:solidFill>
                  <a:srgbClr val="32620E"/>
                </a:solidFill>
                <a:latin typeface="Poppins Bold"/>
                <a:ea typeface="Poppins Bold"/>
                <a:cs typeface="Poppins Bold"/>
                <a:sym typeface="Poppins Bold"/>
              </a:rPr>
              <a:t>Εισαγωγή στο EntoFARM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01790" y="2520110"/>
            <a:ext cx="14039521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Ενίσχυση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της περιβαλλοντικής ευαισθητοποίησης και της γνώσης της κυκλικής οικονομίας.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01790" y="5932110"/>
            <a:ext cx="1403952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Διάθεση εκπαιδευτικού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υλικού και κατάρτισης για εκπαιδευτικούς.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01790" y="7204182"/>
            <a:ext cx="14039521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Διδασκαλία της εκτροφής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εντόμων ως πρακτική λύση για τη βιωσιμότητα.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01790" y="4045323"/>
            <a:ext cx="1487489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Εμπλοκή των μαθητών σε τομείς STEM, όπως η γεωργία,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η περιβαλλοντική επιστήμη και η βιοτεχνολογία.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7958" y="2477623"/>
            <a:ext cx="15712611" cy="1367675"/>
            <a:chOff x="0" y="0"/>
            <a:chExt cx="4138301" cy="3602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70574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35036" y="1786299"/>
            <a:ext cx="1217927" cy="47625"/>
            <a:chOff x="0" y="0"/>
            <a:chExt cx="962313" cy="376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7695" y="4002835"/>
            <a:ext cx="15712611" cy="1367675"/>
            <a:chOff x="0" y="0"/>
            <a:chExt cx="4138301" cy="3602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87695" y="5580060"/>
            <a:ext cx="15712611" cy="1367675"/>
            <a:chOff x="0" y="0"/>
            <a:chExt cx="4138301" cy="3602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D3A36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7695" y="7161694"/>
            <a:ext cx="15712611" cy="1367675"/>
            <a:chOff x="0" y="0"/>
            <a:chExt cx="4138301" cy="3602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87C75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86763" y="2780523"/>
            <a:ext cx="897644" cy="761875"/>
          </a:xfrm>
          <a:custGeom>
            <a:avLst/>
            <a:gdLst/>
            <a:ahLst/>
            <a:cxnLst/>
            <a:rect r="r" b="b" t="t" l="l"/>
            <a:pathLst>
              <a:path h="761875" w="897644">
                <a:moveTo>
                  <a:pt x="0" y="0"/>
                </a:moveTo>
                <a:lnTo>
                  <a:pt x="897644" y="0"/>
                </a:lnTo>
                <a:lnTo>
                  <a:pt x="897644" y="761875"/>
                </a:lnTo>
                <a:lnTo>
                  <a:pt x="0" y="761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86763" y="4305735"/>
            <a:ext cx="897644" cy="761875"/>
          </a:xfrm>
          <a:custGeom>
            <a:avLst/>
            <a:gdLst/>
            <a:ahLst/>
            <a:cxnLst/>
            <a:rect r="r" b="b" t="t" l="l"/>
            <a:pathLst>
              <a:path h="761875" w="897644">
                <a:moveTo>
                  <a:pt x="0" y="0"/>
                </a:moveTo>
                <a:lnTo>
                  <a:pt x="897644" y="0"/>
                </a:lnTo>
                <a:lnTo>
                  <a:pt x="897644" y="761875"/>
                </a:lnTo>
                <a:lnTo>
                  <a:pt x="0" y="761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86763" y="5882960"/>
            <a:ext cx="897644" cy="761875"/>
          </a:xfrm>
          <a:custGeom>
            <a:avLst/>
            <a:gdLst/>
            <a:ahLst/>
            <a:cxnLst/>
            <a:rect r="r" b="b" t="t" l="l"/>
            <a:pathLst>
              <a:path h="761875" w="897644">
                <a:moveTo>
                  <a:pt x="0" y="0"/>
                </a:moveTo>
                <a:lnTo>
                  <a:pt x="897644" y="0"/>
                </a:lnTo>
                <a:lnTo>
                  <a:pt x="897644" y="761875"/>
                </a:lnTo>
                <a:lnTo>
                  <a:pt x="0" y="761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86763" y="7464594"/>
            <a:ext cx="897644" cy="761875"/>
          </a:xfrm>
          <a:custGeom>
            <a:avLst/>
            <a:gdLst/>
            <a:ahLst/>
            <a:cxnLst/>
            <a:rect r="r" b="b" t="t" l="l"/>
            <a:pathLst>
              <a:path h="761875" w="897644">
                <a:moveTo>
                  <a:pt x="0" y="0"/>
                </a:moveTo>
                <a:lnTo>
                  <a:pt x="897644" y="0"/>
                </a:lnTo>
                <a:lnTo>
                  <a:pt x="897644" y="761876"/>
                </a:lnTo>
                <a:lnTo>
                  <a:pt x="0" y="761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701790" y="2829673"/>
            <a:ext cx="1487489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Βιώσιμη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εναλλακτική στη συμβατική γεωργία.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30072" y="952500"/>
            <a:ext cx="12827855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true" sz="4400">
                <a:solidFill>
                  <a:srgbClr val="32620E"/>
                </a:solidFill>
                <a:latin typeface="Poppins Bold"/>
                <a:ea typeface="Poppins Bold"/>
                <a:cs typeface="Poppins Bold"/>
                <a:sym typeface="Poppins Bold"/>
              </a:rPr>
              <a:t>Γιατί να επιλέξουμε την εκτροφή εντόμων;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01790" y="5932110"/>
            <a:ext cx="1487489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Χαμηλό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περιβαλλοντικό αποτύπωμα και υψηλή διατροφική αξία.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01790" y="7204182"/>
            <a:ext cx="1487489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Διαδραστικός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και πρακτικός τρόπος διδασκαλίας των εννοιών της κυκλικής οικονομίας.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30072" y="4071329"/>
            <a:ext cx="1487489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Περιορίζει τη σπατάλη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τροφίμων, αξιοποιώντας τα οργανικά απόβλητα για την παραγωγή πολύτιμης πρωτεΐνης.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-536408" y="-1159715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2994251">
            <a:off x="-1091041" y="7200900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35036" y="1786299"/>
            <a:ext cx="1217927" cy="47625"/>
            <a:chOff x="0" y="0"/>
            <a:chExt cx="962313" cy="376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8632853" y="2999619"/>
            <a:ext cx="825654" cy="0"/>
          </a:xfrm>
          <a:prstGeom prst="line">
            <a:avLst/>
          </a:prstGeom>
          <a:ln cap="flat" w="28575">
            <a:solidFill>
              <a:srgbClr val="3C5679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6922580" y="5173030"/>
            <a:ext cx="2497827" cy="0"/>
          </a:xfrm>
          <a:prstGeom prst="line">
            <a:avLst/>
          </a:prstGeom>
          <a:ln cap="flat" w="28575">
            <a:solidFill>
              <a:srgbClr val="70574B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8632853" y="7713426"/>
            <a:ext cx="787554" cy="0"/>
          </a:xfrm>
          <a:prstGeom prst="line">
            <a:avLst/>
          </a:prstGeom>
          <a:ln cap="flat" w="28575">
            <a:solidFill>
              <a:srgbClr val="70574B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410882" y="3777277"/>
            <a:ext cx="2031218" cy="0"/>
          </a:xfrm>
          <a:prstGeom prst="line">
            <a:avLst/>
          </a:prstGeom>
          <a:ln cap="flat" w="28575">
            <a:solidFill>
              <a:srgbClr val="70574B"/>
            </a:solidFill>
            <a:prstDash val="sysDash"/>
            <a:headEnd type="none" len="sm" w="sm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 flipV="true">
            <a:off x="9434694" y="2999619"/>
            <a:ext cx="0" cy="4737619"/>
          </a:xfrm>
          <a:prstGeom prst="line">
            <a:avLst/>
          </a:prstGeom>
          <a:ln cap="flat" w="28575">
            <a:solidFill>
              <a:srgbClr val="70574B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9410882" y="6590746"/>
            <a:ext cx="1740915" cy="0"/>
          </a:xfrm>
          <a:prstGeom prst="line">
            <a:avLst/>
          </a:prstGeom>
          <a:ln cap="flat" w="28575">
            <a:solidFill>
              <a:srgbClr val="70574B"/>
            </a:solidFill>
            <a:prstDash val="sysDash"/>
            <a:headEnd type="none" len="sm" w="sm"/>
            <a:tailEnd type="oval" len="lg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7415095" y="2303274"/>
            <a:ext cx="1537008" cy="1392690"/>
            <a:chOff x="0" y="0"/>
            <a:chExt cx="2550919" cy="2311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89918" y="2985332"/>
            <a:ext cx="1537008" cy="1392690"/>
            <a:chOff x="0" y="0"/>
            <a:chExt cx="2550919" cy="2311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32620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381016" y="4441148"/>
            <a:ext cx="1537008" cy="1392690"/>
            <a:chOff x="0" y="0"/>
            <a:chExt cx="2550919" cy="2311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36A03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415095" y="7002793"/>
            <a:ext cx="1537008" cy="1392690"/>
            <a:chOff x="0" y="0"/>
            <a:chExt cx="2550919" cy="2311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9DCD5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89918" y="5880113"/>
            <a:ext cx="1537008" cy="1392690"/>
            <a:chOff x="0" y="0"/>
            <a:chExt cx="2550919" cy="2311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8CC342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7584124" y="2436449"/>
            <a:ext cx="1198108" cy="1097766"/>
          </a:xfrm>
          <a:custGeom>
            <a:avLst/>
            <a:gdLst/>
            <a:ahLst/>
            <a:cxnLst/>
            <a:rect r="r" b="b" t="t" l="l"/>
            <a:pathLst>
              <a:path h="1097766" w="1198108">
                <a:moveTo>
                  <a:pt x="0" y="0"/>
                </a:moveTo>
                <a:lnTo>
                  <a:pt x="1198108" y="0"/>
                </a:lnTo>
                <a:lnTo>
                  <a:pt x="1198108" y="1097766"/>
                </a:lnTo>
                <a:lnTo>
                  <a:pt x="0" y="1097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463449" y="3086614"/>
            <a:ext cx="789947" cy="1190127"/>
          </a:xfrm>
          <a:custGeom>
            <a:avLst/>
            <a:gdLst/>
            <a:ahLst/>
            <a:cxnLst/>
            <a:rect r="r" b="b" t="t" l="l"/>
            <a:pathLst>
              <a:path h="1190127" w="789947">
                <a:moveTo>
                  <a:pt x="0" y="0"/>
                </a:moveTo>
                <a:lnTo>
                  <a:pt x="789946" y="0"/>
                </a:lnTo>
                <a:lnTo>
                  <a:pt x="789946" y="1190126"/>
                </a:lnTo>
                <a:lnTo>
                  <a:pt x="0" y="11901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602682" y="4512535"/>
            <a:ext cx="1093676" cy="1249916"/>
          </a:xfrm>
          <a:custGeom>
            <a:avLst/>
            <a:gdLst/>
            <a:ahLst/>
            <a:cxnLst/>
            <a:rect r="r" b="b" t="t" l="l"/>
            <a:pathLst>
              <a:path h="1249916" w="1093676">
                <a:moveTo>
                  <a:pt x="0" y="0"/>
                </a:moveTo>
                <a:lnTo>
                  <a:pt x="1093677" y="0"/>
                </a:lnTo>
                <a:lnTo>
                  <a:pt x="1093677" y="1249916"/>
                </a:lnTo>
                <a:lnTo>
                  <a:pt x="0" y="12499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189431" y="6155065"/>
            <a:ext cx="1337983" cy="871362"/>
          </a:xfrm>
          <a:custGeom>
            <a:avLst/>
            <a:gdLst/>
            <a:ahLst/>
            <a:cxnLst/>
            <a:rect r="r" b="b" t="t" l="l"/>
            <a:pathLst>
              <a:path h="871362" w="1337983">
                <a:moveTo>
                  <a:pt x="0" y="0"/>
                </a:moveTo>
                <a:lnTo>
                  <a:pt x="1337983" y="0"/>
                </a:lnTo>
                <a:lnTo>
                  <a:pt x="1337983" y="871362"/>
                </a:lnTo>
                <a:lnTo>
                  <a:pt x="0" y="8713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575555" y="7214321"/>
            <a:ext cx="1216087" cy="1045835"/>
          </a:xfrm>
          <a:custGeom>
            <a:avLst/>
            <a:gdLst/>
            <a:ahLst/>
            <a:cxnLst/>
            <a:rect r="r" b="b" t="t" l="l"/>
            <a:pathLst>
              <a:path h="1045835" w="1216087">
                <a:moveTo>
                  <a:pt x="0" y="0"/>
                </a:moveTo>
                <a:lnTo>
                  <a:pt x="1216087" y="0"/>
                </a:lnTo>
                <a:lnTo>
                  <a:pt x="1216087" y="1045835"/>
                </a:lnTo>
                <a:lnTo>
                  <a:pt x="0" y="10458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230385" y="952500"/>
            <a:ext cx="7827230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true" sz="4400">
                <a:solidFill>
                  <a:srgbClr val="32620E"/>
                </a:solidFill>
                <a:latin typeface="Poppins Bold"/>
                <a:ea typeface="Poppins Bold"/>
                <a:cs typeface="Poppins Bold"/>
                <a:sym typeface="Poppins Bold"/>
              </a:rPr>
              <a:t>Βασικές Δραστηριότητες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5833" y="2536070"/>
            <a:ext cx="7029236" cy="86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sz="2500" b="true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Δημιουργία</a:t>
            </a:r>
            <a:r>
              <a:rPr lang="en-US" b="true" sz="2500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ενός εκπαιδευτικού πακέτου για εκπαιδευτικούς.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26951" y="2999053"/>
            <a:ext cx="6094285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Πιλοτική εγκατάσταση εκτροφείων</a:t>
            </a:r>
            <a:r>
              <a:rPr lang="en-US" sz="2500" b="true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εντόμων σε σχολεία με ενεργή συμμετοχή των μαθητών.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0" y="4460876"/>
            <a:ext cx="6094285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sz="2500" b="true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Οι μαθητές παράγουν</a:t>
            </a:r>
            <a:r>
              <a:rPr lang="en-US" b="true" sz="2500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ντοκιμαντέρ καταγράφοντας τις μαθησιακές τους εμπειρίες.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26951" y="5908122"/>
            <a:ext cx="5952872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Πανεπιστημιακές επισκέψεις μαθητών για βιωματική</a:t>
            </a:r>
            <a:r>
              <a:rPr lang="en-US" sz="2500" b="true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μάθηση στην προηγμένη γεωπονική έρευνα.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5235" y="7030802"/>
            <a:ext cx="6094285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sz="2500" b="true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Εξ</a:t>
            </a:r>
            <a:r>
              <a:rPr lang="en-US" b="true" sz="2500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αποστάσεως σεμινάρια και εκπαιδευτικά προγράμματα για εκπαιδευτικούς.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35036" y="1786299"/>
            <a:ext cx="1217927" cy="47625"/>
            <a:chOff x="0" y="0"/>
            <a:chExt cx="962313" cy="376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029724" y="2289347"/>
            <a:ext cx="6055782" cy="3557478"/>
            <a:chOff x="0" y="0"/>
            <a:chExt cx="1594939" cy="9369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4939" cy="936949"/>
            </a:xfrm>
            <a:custGeom>
              <a:avLst/>
              <a:gdLst/>
              <a:ahLst/>
              <a:cxnLst/>
              <a:rect r="r" b="b" t="t" l="l"/>
              <a:pathLst>
                <a:path h="936949" w="1594939">
                  <a:moveTo>
                    <a:pt x="65200" y="0"/>
                  </a:moveTo>
                  <a:lnTo>
                    <a:pt x="1529738" y="0"/>
                  </a:lnTo>
                  <a:cubicBezTo>
                    <a:pt x="1547031" y="0"/>
                    <a:pt x="1563615" y="6869"/>
                    <a:pt x="1575842" y="19097"/>
                  </a:cubicBezTo>
                  <a:cubicBezTo>
                    <a:pt x="1588069" y="31324"/>
                    <a:pt x="1594939" y="47908"/>
                    <a:pt x="1594939" y="65200"/>
                  </a:cubicBezTo>
                  <a:lnTo>
                    <a:pt x="1594939" y="871749"/>
                  </a:lnTo>
                  <a:cubicBezTo>
                    <a:pt x="1594939" y="889041"/>
                    <a:pt x="1588069" y="905625"/>
                    <a:pt x="1575842" y="917852"/>
                  </a:cubicBezTo>
                  <a:cubicBezTo>
                    <a:pt x="1563615" y="930080"/>
                    <a:pt x="1547031" y="936949"/>
                    <a:pt x="1529738" y="936949"/>
                  </a:cubicBezTo>
                  <a:lnTo>
                    <a:pt x="65200" y="936949"/>
                  </a:lnTo>
                  <a:cubicBezTo>
                    <a:pt x="29191" y="936949"/>
                    <a:pt x="0" y="907758"/>
                    <a:pt x="0" y="871749"/>
                  </a:cubicBezTo>
                  <a:lnTo>
                    <a:pt x="0" y="65200"/>
                  </a:lnTo>
                  <a:cubicBezTo>
                    <a:pt x="0" y="29191"/>
                    <a:pt x="29191" y="0"/>
                    <a:pt x="6520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94939" cy="975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29724" y="6179302"/>
            <a:ext cx="6055782" cy="3557478"/>
            <a:chOff x="0" y="0"/>
            <a:chExt cx="1594939" cy="9369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4939" cy="936949"/>
            </a:xfrm>
            <a:custGeom>
              <a:avLst/>
              <a:gdLst/>
              <a:ahLst/>
              <a:cxnLst/>
              <a:rect r="r" b="b" t="t" l="l"/>
              <a:pathLst>
                <a:path h="936949" w="1594939">
                  <a:moveTo>
                    <a:pt x="65200" y="0"/>
                  </a:moveTo>
                  <a:lnTo>
                    <a:pt x="1529738" y="0"/>
                  </a:lnTo>
                  <a:cubicBezTo>
                    <a:pt x="1547031" y="0"/>
                    <a:pt x="1563615" y="6869"/>
                    <a:pt x="1575842" y="19097"/>
                  </a:cubicBezTo>
                  <a:cubicBezTo>
                    <a:pt x="1588069" y="31324"/>
                    <a:pt x="1594939" y="47908"/>
                    <a:pt x="1594939" y="65200"/>
                  </a:cubicBezTo>
                  <a:lnTo>
                    <a:pt x="1594939" y="871749"/>
                  </a:lnTo>
                  <a:cubicBezTo>
                    <a:pt x="1594939" y="889041"/>
                    <a:pt x="1588069" y="905625"/>
                    <a:pt x="1575842" y="917852"/>
                  </a:cubicBezTo>
                  <a:cubicBezTo>
                    <a:pt x="1563615" y="930080"/>
                    <a:pt x="1547031" y="936949"/>
                    <a:pt x="1529738" y="936949"/>
                  </a:cubicBezTo>
                  <a:lnTo>
                    <a:pt x="65200" y="936949"/>
                  </a:lnTo>
                  <a:cubicBezTo>
                    <a:pt x="29191" y="936949"/>
                    <a:pt x="0" y="907758"/>
                    <a:pt x="0" y="871749"/>
                  </a:cubicBezTo>
                  <a:lnTo>
                    <a:pt x="0" y="65200"/>
                  </a:lnTo>
                  <a:cubicBezTo>
                    <a:pt x="0" y="29191"/>
                    <a:pt x="29191" y="0"/>
                    <a:pt x="6520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94939" cy="975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79254" y="2289347"/>
            <a:ext cx="6055782" cy="3557478"/>
            <a:chOff x="0" y="0"/>
            <a:chExt cx="1594939" cy="9369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94939" cy="936949"/>
            </a:xfrm>
            <a:custGeom>
              <a:avLst/>
              <a:gdLst/>
              <a:ahLst/>
              <a:cxnLst/>
              <a:rect r="r" b="b" t="t" l="l"/>
              <a:pathLst>
                <a:path h="936949" w="1594939">
                  <a:moveTo>
                    <a:pt x="65200" y="0"/>
                  </a:moveTo>
                  <a:lnTo>
                    <a:pt x="1529738" y="0"/>
                  </a:lnTo>
                  <a:cubicBezTo>
                    <a:pt x="1547031" y="0"/>
                    <a:pt x="1563615" y="6869"/>
                    <a:pt x="1575842" y="19097"/>
                  </a:cubicBezTo>
                  <a:cubicBezTo>
                    <a:pt x="1588069" y="31324"/>
                    <a:pt x="1594939" y="47908"/>
                    <a:pt x="1594939" y="65200"/>
                  </a:cubicBezTo>
                  <a:lnTo>
                    <a:pt x="1594939" y="871749"/>
                  </a:lnTo>
                  <a:cubicBezTo>
                    <a:pt x="1594939" y="889041"/>
                    <a:pt x="1588069" y="905625"/>
                    <a:pt x="1575842" y="917852"/>
                  </a:cubicBezTo>
                  <a:cubicBezTo>
                    <a:pt x="1563615" y="930080"/>
                    <a:pt x="1547031" y="936949"/>
                    <a:pt x="1529738" y="936949"/>
                  </a:cubicBezTo>
                  <a:lnTo>
                    <a:pt x="65200" y="936949"/>
                  </a:lnTo>
                  <a:cubicBezTo>
                    <a:pt x="29191" y="936949"/>
                    <a:pt x="0" y="907758"/>
                    <a:pt x="0" y="871749"/>
                  </a:cubicBezTo>
                  <a:lnTo>
                    <a:pt x="0" y="65200"/>
                  </a:lnTo>
                  <a:cubicBezTo>
                    <a:pt x="0" y="29191"/>
                    <a:pt x="29191" y="0"/>
                    <a:pt x="6520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94939" cy="975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751017" y="2454290"/>
            <a:ext cx="1512256" cy="1266515"/>
          </a:xfrm>
          <a:custGeom>
            <a:avLst/>
            <a:gdLst/>
            <a:ahLst/>
            <a:cxnLst/>
            <a:rect r="r" b="b" t="t" l="l"/>
            <a:pathLst>
              <a:path h="1266515" w="1512256">
                <a:moveTo>
                  <a:pt x="0" y="0"/>
                </a:moveTo>
                <a:lnTo>
                  <a:pt x="1512256" y="0"/>
                </a:lnTo>
                <a:lnTo>
                  <a:pt x="1512256" y="1266514"/>
                </a:lnTo>
                <a:lnTo>
                  <a:pt x="0" y="1266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479254" y="6179302"/>
            <a:ext cx="6055782" cy="3557478"/>
            <a:chOff x="0" y="0"/>
            <a:chExt cx="1594939" cy="9369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94939" cy="936949"/>
            </a:xfrm>
            <a:custGeom>
              <a:avLst/>
              <a:gdLst/>
              <a:ahLst/>
              <a:cxnLst/>
              <a:rect r="r" b="b" t="t" l="l"/>
              <a:pathLst>
                <a:path h="936949" w="1594939">
                  <a:moveTo>
                    <a:pt x="65200" y="0"/>
                  </a:moveTo>
                  <a:lnTo>
                    <a:pt x="1529738" y="0"/>
                  </a:lnTo>
                  <a:cubicBezTo>
                    <a:pt x="1547031" y="0"/>
                    <a:pt x="1563615" y="6869"/>
                    <a:pt x="1575842" y="19097"/>
                  </a:cubicBezTo>
                  <a:cubicBezTo>
                    <a:pt x="1588069" y="31324"/>
                    <a:pt x="1594939" y="47908"/>
                    <a:pt x="1594939" y="65200"/>
                  </a:cubicBezTo>
                  <a:lnTo>
                    <a:pt x="1594939" y="871749"/>
                  </a:lnTo>
                  <a:cubicBezTo>
                    <a:pt x="1594939" y="889041"/>
                    <a:pt x="1588069" y="905625"/>
                    <a:pt x="1575842" y="917852"/>
                  </a:cubicBezTo>
                  <a:cubicBezTo>
                    <a:pt x="1563615" y="930080"/>
                    <a:pt x="1547031" y="936949"/>
                    <a:pt x="1529738" y="936949"/>
                  </a:cubicBezTo>
                  <a:lnTo>
                    <a:pt x="65200" y="936949"/>
                  </a:lnTo>
                  <a:cubicBezTo>
                    <a:pt x="29191" y="936949"/>
                    <a:pt x="0" y="907758"/>
                    <a:pt x="0" y="871749"/>
                  </a:cubicBezTo>
                  <a:lnTo>
                    <a:pt x="0" y="65200"/>
                  </a:lnTo>
                  <a:cubicBezTo>
                    <a:pt x="0" y="29191"/>
                    <a:pt x="29191" y="0"/>
                    <a:pt x="6520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94939" cy="975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868075" y="6344245"/>
            <a:ext cx="1278141" cy="1217429"/>
          </a:xfrm>
          <a:custGeom>
            <a:avLst/>
            <a:gdLst/>
            <a:ahLst/>
            <a:cxnLst/>
            <a:rect r="r" b="b" t="t" l="l"/>
            <a:pathLst>
              <a:path h="1217429" w="1278141">
                <a:moveTo>
                  <a:pt x="0" y="0"/>
                </a:moveTo>
                <a:lnTo>
                  <a:pt x="1278141" y="0"/>
                </a:lnTo>
                <a:lnTo>
                  <a:pt x="1278141" y="1217429"/>
                </a:lnTo>
                <a:lnTo>
                  <a:pt x="0" y="1217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360369" y="2454290"/>
            <a:ext cx="1394491" cy="1284675"/>
          </a:xfrm>
          <a:custGeom>
            <a:avLst/>
            <a:gdLst/>
            <a:ahLst/>
            <a:cxnLst/>
            <a:rect r="r" b="b" t="t" l="l"/>
            <a:pathLst>
              <a:path h="1284675" w="1394491">
                <a:moveTo>
                  <a:pt x="0" y="0"/>
                </a:moveTo>
                <a:lnTo>
                  <a:pt x="1394492" y="0"/>
                </a:lnTo>
                <a:lnTo>
                  <a:pt x="1394492" y="1284675"/>
                </a:lnTo>
                <a:lnTo>
                  <a:pt x="0" y="1284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494810" y="6344245"/>
            <a:ext cx="1125610" cy="1308849"/>
          </a:xfrm>
          <a:custGeom>
            <a:avLst/>
            <a:gdLst/>
            <a:ahLst/>
            <a:cxnLst/>
            <a:rect r="r" b="b" t="t" l="l"/>
            <a:pathLst>
              <a:path h="1308849" w="1125610">
                <a:moveTo>
                  <a:pt x="0" y="0"/>
                </a:moveTo>
                <a:lnTo>
                  <a:pt x="1125610" y="0"/>
                </a:lnTo>
                <a:lnTo>
                  <a:pt x="1125610" y="1308849"/>
                </a:lnTo>
                <a:lnTo>
                  <a:pt x="0" y="13088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123104" y="868978"/>
            <a:ext cx="10041793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true" sz="4400">
                <a:solidFill>
                  <a:srgbClr val="32620E"/>
                </a:solidFill>
                <a:latin typeface="Poppins Bold"/>
                <a:ea typeface="Poppins Bold"/>
                <a:cs typeface="Poppins Bold"/>
                <a:sym typeface="Poppins Bold"/>
              </a:rPr>
              <a:t>Πως μπορείτε να συμμετέχετε;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39876" y="4020461"/>
            <a:ext cx="5435478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Σχολεία:</a:t>
            </a:r>
          </a:p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Εφαρμόστε το EntoF</a:t>
            </a:r>
            <a:r>
              <a:rPr lang="en-US" b="true" sz="2499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ARM και συνεργαστείτε με πανεπιστήμια.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17674" y="7686518"/>
            <a:ext cx="557894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Μαθητές: </a:t>
            </a:r>
          </a:p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Ασχοληθείτε πρακτικά</a:t>
            </a:r>
            <a:r>
              <a:rPr lang="en-US" b="true" sz="2499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με την εκτροφή εντόμων και καταγράψτε την εμπειρία σας σε ντοκιμαντέρ.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17674" y="3937132"/>
            <a:ext cx="557894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Εκπαιδευτικοί: </a:t>
            </a:r>
          </a:p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Εντάξτε το EntoF</a:t>
            </a:r>
            <a:r>
              <a:rPr lang="en-US" b="true" sz="2499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ARM στη διδασκαλία σας και συμμετάσχετε σε εκπαιδευτικά σεμινάρια.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68144" y="7686518"/>
            <a:ext cx="557894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Κοινότητα: </a:t>
            </a:r>
          </a:p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Υποστηρίξτε το</a:t>
            </a:r>
            <a:r>
              <a:rPr lang="en-US" b="true" sz="2499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έργο και υιοθετήστε πρακτικές βιωσιμότητας.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26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805" y="2573064"/>
            <a:ext cx="15295469" cy="6026822"/>
            <a:chOff x="0" y="0"/>
            <a:chExt cx="4028436" cy="15873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28436" cy="1587311"/>
            </a:xfrm>
            <a:custGeom>
              <a:avLst/>
              <a:gdLst/>
              <a:ahLst/>
              <a:cxnLst/>
              <a:rect r="r" b="b" t="t" l="l"/>
              <a:pathLst>
                <a:path h="1587311" w="4028436">
                  <a:moveTo>
                    <a:pt x="10629" y="0"/>
                  </a:moveTo>
                  <a:lnTo>
                    <a:pt x="4017807" y="0"/>
                  </a:lnTo>
                  <a:cubicBezTo>
                    <a:pt x="4023677" y="0"/>
                    <a:pt x="4028436" y="4759"/>
                    <a:pt x="4028436" y="10629"/>
                  </a:cubicBezTo>
                  <a:lnTo>
                    <a:pt x="4028436" y="1576682"/>
                  </a:lnTo>
                  <a:cubicBezTo>
                    <a:pt x="4028436" y="1582552"/>
                    <a:pt x="4023677" y="1587311"/>
                    <a:pt x="4017807" y="1587311"/>
                  </a:cubicBezTo>
                  <a:lnTo>
                    <a:pt x="10629" y="1587311"/>
                  </a:lnTo>
                  <a:cubicBezTo>
                    <a:pt x="4759" y="1587311"/>
                    <a:pt x="0" y="1582552"/>
                    <a:pt x="0" y="1576682"/>
                  </a:cubicBezTo>
                  <a:lnTo>
                    <a:pt x="0" y="10629"/>
                  </a:lnTo>
                  <a:cubicBezTo>
                    <a:pt x="0" y="4759"/>
                    <a:pt x="4759" y="0"/>
                    <a:pt x="10629" y="0"/>
                  </a:cubicBezTo>
                  <a:close/>
                </a:path>
              </a:pathLst>
            </a:custGeom>
            <a:solidFill>
              <a:srgbClr val="9DCD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28436" cy="1625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35799" y="2847158"/>
            <a:ext cx="7108740" cy="3371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ΣΑΣ ΕΥΧΑΡΙΣΤΟΥΜΕ! ΥΠΑΡΧΟΥΝ ΕΡΩΤΉΣΕΙΣ;</a:t>
            </a:r>
          </a:p>
        </p:txBody>
      </p:sp>
      <p:sp>
        <p:nvSpPr>
          <p:cNvPr name="AutoShape 6" id="6"/>
          <p:cNvSpPr/>
          <p:nvPr/>
        </p:nvSpPr>
        <p:spPr>
          <a:xfrm>
            <a:off x="1296805" y="9239250"/>
            <a:ext cx="15295469" cy="19050"/>
          </a:xfrm>
          <a:prstGeom prst="line">
            <a:avLst/>
          </a:prstGeom>
          <a:ln cap="flat" w="38100">
            <a:solidFill>
              <a:srgbClr val="9DCD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500161" y="2573064"/>
            <a:ext cx="8092113" cy="6036000"/>
            <a:chOff x="0" y="0"/>
            <a:chExt cx="1253680" cy="9351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3680" cy="935134"/>
            </a:xfrm>
            <a:custGeom>
              <a:avLst/>
              <a:gdLst/>
              <a:ahLst/>
              <a:cxnLst/>
              <a:rect r="r" b="b" t="t" l="l"/>
              <a:pathLst>
                <a:path h="935134" w="1253680">
                  <a:moveTo>
                    <a:pt x="19134" y="0"/>
                  </a:moveTo>
                  <a:lnTo>
                    <a:pt x="1234546" y="0"/>
                  </a:lnTo>
                  <a:cubicBezTo>
                    <a:pt x="1245113" y="0"/>
                    <a:pt x="1253680" y="8567"/>
                    <a:pt x="1253680" y="19134"/>
                  </a:cubicBezTo>
                  <a:lnTo>
                    <a:pt x="1253680" y="916000"/>
                  </a:lnTo>
                  <a:cubicBezTo>
                    <a:pt x="1253680" y="926568"/>
                    <a:pt x="1245113" y="935134"/>
                    <a:pt x="1234546" y="935134"/>
                  </a:cubicBezTo>
                  <a:lnTo>
                    <a:pt x="19134" y="935134"/>
                  </a:lnTo>
                  <a:cubicBezTo>
                    <a:pt x="8567" y="935134"/>
                    <a:pt x="0" y="926568"/>
                    <a:pt x="0" y="916000"/>
                  </a:cubicBezTo>
                  <a:lnTo>
                    <a:pt x="0" y="19134"/>
                  </a:lnTo>
                  <a:cubicBezTo>
                    <a:pt x="0" y="8567"/>
                    <a:pt x="8567" y="0"/>
                    <a:pt x="19134" y="0"/>
                  </a:cubicBezTo>
                  <a:close/>
                </a:path>
              </a:pathLst>
            </a:custGeom>
            <a:blipFill>
              <a:blip r:embed="rId2"/>
              <a:stretch>
                <a:fillRect l="-5873" t="0" r="-587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44539" y="3097541"/>
            <a:ext cx="1244797" cy="124479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9256132" y="3409133"/>
            <a:ext cx="621612" cy="621612"/>
          </a:xfrm>
          <a:custGeom>
            <a:avLst/>
            <a:gdLst/>
            <a:ahLst/>
            <a:cxnLst/>
            <a:rect r="r" b="b" t="t" l="l"/>
            <a:pathLst>
              <a:path h="621612" w="621612">
                <a:moveTo>
                  <a:pt x="621612" y="0"/>
                </a:moveTo>
                <a:lnTo>
                  <a:pt x="0" y="0"/>
                </a:lnTo>
                <a:lnTo>
                  <a:pt x="0" y="621612"/>
                </a:lnTo>
                <a:lnTo>
                  <a:pt x="621612" y="621612"/>
                </a:lnTo>
                <a:lnTo>
                  <a:pt x="6216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88771" y="6257699"/>
            <a:ext cx="1764331" cy="1764331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018013" y="6641074"/>
            <a:ext cx="5482148" cy="94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</a:pPr>
            <a:r>
              <a:rPr lang="en-US" sz="27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Σκανάρετε για περισσότερες πληροφορίες!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DAGi6qgFboU</dc:identifier>
  <dcterms:modified xsi:type="dcterms:W3CDTF">2011-08-01T06:04:30Z</dcterms:modified>
  <cp:revision>1</cp:revision>
  <dc:title>EntoFARM_presentation_GR</dc:title>
</cp:coreProperties>
</file>